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Название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Имя спикера, должность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Заголовок слайда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Первый тезис</a:t>
            </a:r>
          </a:p>
          <a:p>
            <a:r>
              <a:rPr sz="1600"/>
              <a:t>Второй тезис</a:t>
            </a:r>
          </a:p>
          <a:p>
            <a:r>
              <a:rPr sz="1600"/>
              <a:t>Третий тезис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Два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/>
              <a:t>Текст блока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Текст блока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B91C1C"/>
      </a:accent1>
      <a:accent2>
        <a:srgbClr val="B91C1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ourier Ne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urier Ne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